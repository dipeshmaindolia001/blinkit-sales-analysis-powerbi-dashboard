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FFD300"/>
          </a:solidFill>
          <a:ln w="12700">
            <a:solidFill>
              <a:srgbClr val="FFD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463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blinkit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274320" y="22860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34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74320" y="31089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8912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100584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Retail Analytics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389120" y="24688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sales insights, customer satisfaction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inventory distribution through data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0" y="411480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41148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61888" y="411480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61888" y="41148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Tracking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34656" y="411480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34656" y="41148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D300"/>
          </a:solidFill>
          <a:ln w="12700">
            <a:solidFill>
              <a:srgbClr val="FFD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Business Objective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11887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 comprehensive analysis of Blinkit's sales performance, customer satisfaction, and inventory distribution to identify key insights and opportunities for optimization.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2651760" cy="1737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63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91840" y="2971800"/>
            <a:ext cx="2651760" cy="1737360"/>
          </a:xfrm>
          <a:prstGeom prst="rect">
            <a:avLst/>
          </a:prstGeom>
          <a:solidFill>
            <a:srgbClr val="00B300"/>
          </a:solidFill>
          <a:ln w="12700">
            <a:solidFill>
              <a:srgbClr val="00B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063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⭐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91840" y="3657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26480" y="2971800"/>
            <a:ext cx="2651760" cy="17373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0632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26480" y="3657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D300"/>
          </a:solidFill>
          <a:ln w="12700">
            <a:solidFill>
              <a:srgbClr val="FFD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METRICS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Key Performance Indicators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tracks these metrics across every dimension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2011680" cy="2743200"/>
          </a:xfrm>
          <a:prstGeom prst="rect">
            <a:avLst/>
          </a:prstGeom>
          <a:solidFill>
            <a:srgbClr val="FFD300"/>
          </a:solidFill>
          <a:ln w="12700">
            <a:solidFill>
              <a:srgbClr val="FFD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2606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31546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revenue generated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all items sold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017520"/>
            <a:ext cx="914400" cy="36576"/>
          </a:xfrm>
          <a:prstGeom prst="rect">
            <a:avLst/>
          </a:prstGeom>
          <a:solidFill>
            <a:srgbClr val="1A1A2E">
              <a:alpha val="60000"/>
            </a:srgbClr>
          </a:solidFill>
          <a:ln w="12700">
            <a:solidFill>
              <a:srgbClr val="1A1A2E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1920240"/>
            <a:ext cx="2011680" cy="2743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50592" y="2606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450592" y="31546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revenue per sale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transactions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99232" y="3017520"/>
            <a:ext cx="9144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920240"/>
            <a:ext cx="2011680" cy="2743200"/>
          </a:xfrm>
          <a:prstGeom prst="rect">
            <a:avLst/>
          </a:prstGeom>
          <a:solidFill>
            <a:srgbClr val="00B300"/>
          </a:solidFill>
          <a:ln w="12700">
            <a:solidFill>
              <a:srgbClr val="00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26864" y="2606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Items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26864" y="31546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count of different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types sold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75504" y="3017520"/>
            <a:ext cx="9144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03136" y="1920240"/>
            <a:ext cx="2011680" cy="2743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03136" y="2606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03136" y="31546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items sold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51776" y="3017520"/>
            <a:ext cx="9144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THE DASHBOARD ANSWERS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Chart Insights  (Part 1 of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60520" cy="1554480"/>
          </a:xfrm>
          <a:prstGeom prst="rect">
            <a:avLst/>
          </a:prstGeom>
          <a:solidFill>
            <a:srgbClr val="FFD300"/>
          </a:solidFill>
          <a:ln w="12700">
            <a:solidFill>
              <a:srgbClr val="FFD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020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How does fat content impact sales?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130552"/>
            <a:ext cx="3840480" cy="18288"/>
          </a:xfrm>
          <a:prstGeom prst="rect">
            <a:avLst/>
          </a:prstGeom>
          <a:solidFill>
            <a:srgbClr val="1A1A2E">
              <a:alpha val="50000"/>
            </a:srgbClr>
          </a:solidFill>
          <a:ln w="12700">
            <a:solidFill>
              <a:srgbClr val="1A1A2E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2199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— breaks sales by Low Fat vs Regular, shows KPI variation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508760"/>
            <a:ext cx="4160520" cy="1554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60020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Which item types sell the most?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37760" y="2130552"/>
            <a:ext cx="384048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22199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ranks all product categories by total revenue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4160520" cy="1554480"/>
          </a:xfrm>
          <a:prstGeom prst="rect">
            <a:avLst/>
          </a:prstGeom>
          <a:solidFill>
            <a:srgbClr val="00B300"/>
          </a:solidFill>
          <a:ln w="12700">
            <a:solidFill>
              <a:srgbClr val="00B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33756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Which outlets lead by fat segment?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867912"/>
            <a:ext cx="384048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5935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Column — compares outlets side-by-side segmented by fat content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246120"/>
            <a:ext cx="4160520" cy="1554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33756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Does outlet age affect sales?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3867912"/>
            <a:ext cx="384048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95935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— trends total sales against year of outlet establishment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D300"/>
          </a:solidFill>
          <a:ln w="12700">
            <a:solidFill>
              <a:srgbClr val="FFD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THE DASHBOARD ANSWERS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Chart Insights  (Part 2 of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97480" cy="32461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002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Q5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196596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bigger outlets sell more?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Donut/Pie Chart — maps outlet size (Small/Medium/High) against total sales volume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508760"/>
            <a:ext cx="2697480" cy="3246120"/>
          </a:xfrm>
          <a:prstGeom prst="rect">
            <a:avLst/>
          </a:prstGeom>
          <a:solidFill>
            <a:srgbClr val="00B300"/>
          </a:solidFill>
          <a:ln w="12700">
            <a:solidFill>
              <a:srgbClr val="00B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6002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Q6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566160" y="2148840"/>
            <a:ext cx="196596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2860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cities/regions drive sales?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301752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Map — shows geographic spread of revenue across Tier 1, 2 &amp; 3 cities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508760"/>
            <a:ext cx="2697480" cy="32461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6002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Q7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400800" y="2148840"/>
            <a:ext cx="196596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2860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breakdown by outlet type?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301752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Card — all 4 KPIs (Total Sales, Avg Sales, Items, Rating) across every outlet type in one view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D3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blinkit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Power BI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1783080"/>
            <a:ext cx="6400800" cy="3657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0116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371600" y="2788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0" y="20116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0" y="2788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20116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943600" y="2788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Power BI  •  Data Analytics Project 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smarter retail decisions through data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Blinkit Analysis - Power BI Project</dc:title>
  <dc:subject>PptxGenJS Presentation</dc:subject>
  <dc:creator>PptxGenJS</dc:creator>
  <cp:lastModifiedBy>PptxGenJS</cp:lastModifiedBy>
  <cp:revision>1</cp:revision>
  <dcterms:created xsi:type="dcterms:W3CDTF">2026-06-08T04:01:08Z</dcterms:created>
  <dcterms:modified xsi:type="dcterms:W3CDTF">2026-06-08T04:01:08Z</dcterms:modified>
</cp:coreProperties>
</file>